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25FAC6-C180-4D8A-9F93-05D8BAE8DE6B}" v="42" dt="2026-03-07T12:04:37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4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Architecture du projet — AgenceImmo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DDD5FF"/>
                </a:solidFill>
              </a:rPr>
              <a:t>Nkondi Henriette — PGBD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4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1. Architecture en couches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8888"/>
                </a:solidFill>
              </a:rPr>
              <a:t>Présentation Layer  →  Business Layer  →  Data Access Layer  →  Base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74552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703DA0E-F42F-7C01-93A2-BD9C76A75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817" y="1709380"/>
            <a:ext cx="8130827" cy="47801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6AFAE-3E48-74CB-0ADC-E4B8BAE6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F5F2CC-C2FF-9A2D-8942-74C10E0574B0}"/>
              </a:ext>
            </a:extLst>
          </p:cNvPr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4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60E361-059B-4DF6-0719-05FD701E5237}"/>
              </a:ext>
            </a:extLst>
          </p:cNvPr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1. Architecture en couches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977F14-3155-8C61-E1A8-53B9998A4B50}"/>
              </a:ext>
            </a:extLst>
          </p:cNvPr>
          <p:cNvSpPr txBox="1"/>
          <p:nvPr/>
        </p:nvSpPr>
        <p:spPr>
          <a:xfrm>
            <a:off x="365760" y="1371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8888"/>
                </a:solidFill>
              </a:rPr>
              <a:t>Présentation Layer  →  Business Layer  →  Data Access Layer  →  Base de données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7D52DD-2AE6-75F7-F728-5705257B7F42}"/>
              </a:ext>
            </a:extLst>
          </p:cNvPr>
          <p:cNvSpPr/>
          <p:nvPr/>
        </p:nvSpPr>
        <p:spPr>
          <a:xfrm>
            <a:off x="457200" y="1645920"/>
            <a:ext cx="11274552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age 5" descr="Une image contenant texte, Appareils électroniques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5DD2117C-5A9F-0CF4-D799-ACAD4BBEF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593" y="1644556"/>
            <a:ext cx="4359020" cy="484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229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4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2. Services et tables correspondantes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8888"/>
                </a:solidFill>
              </a:rPr>
              <a:t>BienService  |  PersonneService  |  UtilisateurService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74552" cy="48463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D76E672-3319-0C5F-D1F5-63F6CFB15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282" y="1711586"/>
            <a:ext cx="9417512" cy="4591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Personnalisé</PresentationFormat>
  <Paragraphs>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Office Theme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22</cp:revision>
  <dcterms:created xsi:type="dcterms:W3CDTF">2013-01-27T09:14:16Z</dcterms:created>
  <dcterms:modified xsi:type="dcterms:W3CDTF">2026-03-07T12:05:21Z</dcterms:modified>
  <cp:category/>
</cp:coreProperties>
</file>